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Work Sans"/>
      <p:regular r:id="rId14"/>
      <p:bold r:id="rId15"/>
      <p:italic r:id="rId16"/>
      <p:boldItalic r:id="rId17"/>
    </p:embeddedFont>
    <p:embeddedFont>
      <p:font typeface="Work Sans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PrPy2d0JTirSfyAT1bPMo2TV7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WorkSans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WorkSans-bold.fntdata"/><Relationship Id="rId14" Type="http://schemas.openxmlformats.org/officeDocument/2006/relationships/font" Target="fonts/WorkSans-regular.fntdata"/><Relationship Id="rId17" Type="http://schemas.openxmlformats.org/officeDocument/2006/relationships/font" Target="fonts/WorkSans-boldItalic.fntdata"/><Relationship Id="rId16" Type="http://schemas.openxmlformats.org/officeDocument/2006/relationships/font" Target="fonts/WorkSa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Light-bold.fntdata"/><Relationship Id="rId6" Type="http://schemas.openxmlformats.org/officeDocument/2006/relationships/slide" Target="slides/slide1.xml"/><Relationship Id="rId18" Type="http://schemas.openxmlformats.org/officeDocument/2006/relationships/font" Target="fonts/Work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17a7c6069_2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917a7c6069_2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17a7c6069_2_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17a7c6069_2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17a7c6069_2_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917a7c6069_2_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17a7c6069_2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917a7c6069_2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17a7c6069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917a7c6069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17a7c6069_2_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917a7c6069_2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17a7c6069_2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917a7c6069_2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17a7c6069_2_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917a7c6069_2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17a7c6069_2_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917a7c6069_2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g3917a7c6069_2_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g3917a7c6069_2_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917a7c6069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1"/>
            <a:ext cx="855785" cy="83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17a7c6069_2_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" name="Google Shape;22;g3917a7c6069_2_1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" name="Google Shape;23;g3917a7c6069_2_1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" name="Google Shape;24;g3917a7c6069_2_1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17a7c6069_2_1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7" name="Google Shape;27;g3917a7c6069_2_1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8" name="Google Shape;28;g3917a7c6069_2_1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17a7c6069_2_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g3917a7c6069_2_20"/>
          <p:cNvSpPr txBox="1"/>
          <p:nvPr>
            <p:ph idx="1" type="subTitle"/>
          </p:nvPr>
        </p:nvSpPr>
        <p:spPr>
          <a:xfrm>
            <a:off x="1524000" y="3602037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g3917a7c6069_2_2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" name="Google Shape;33;g3917a7c6069_2_2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" name="Google Shape;34;g3917a7c6069_2_2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17a7c6069_2_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7" name="Google Shape;37;g3917a7c6069_2_26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8" name="Google Shape;38;g3917a7c6069_2_2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g3917a7c6069_2_2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0" name="Google Shape;40;g3917a7c6069_2_2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17a7c6069_2_32"/>
          <p:cNvSpPr txBox="1"/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g3917a7c6069_2_32"/>
          <p:cNvSpPr txBox="1"/>
          <p:nvPr>
            <p:ph idx="1" type="body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g3917a7c6069_2_3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" name="Google Shape;45;g3917a7c6069_2_3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6" name="Google Shape;46;g3917a7c6069_2_3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17a7c6069_2_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9" name="Google Shape;49;g3917a7c6069_2_38"/>
          <p:cNvSpPr txBox="1"/>
          <p:nvPr>
            <p:ph idx="1" type="body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0" name="Google Shape;50;g3917a7c6069_2_38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1" name="Google Shape;51;g3917a7c6069_2_38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g3917a7c6069_2_3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" name="Google Shape;53;g3917a7c6069_2_38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17a7c6069_2_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g3917a7c6069_2_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g3917a7c6069_2_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8" name="Google Shape;58;g3917a7c6069_2_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g3917a7c6069_2_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0" name="Google Shape;60;g3917a7c6069_2_4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g3917a7c6069_2_4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" name="Google Shape;62;g3917a7c6069_2_4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17a7c6069_2_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5" name="Google Shape;65;g3917a7c6069_2_5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6" name="Google Shape;66;g3917a7c6069_2_5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" name="Google Shape;67;g3917a7c6069_2_5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7a7c6069_2_5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g3917a7c6069_2_5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g3917a7c6069_2_5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2" name="Google Shape;72;g3917a7c6069_2_59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3" name="Google Shape;73;g3917a7c6069_2_5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4" name="Google Shape;74;g3917a7c6069_2_5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7a7c6069_2_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7" name="Google Shape;77;g3917a7c6069_2_6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g3917a7c6069_2_6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9" name="Google Shape;79;g3917a7c6069_2_6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g3917a7c6069_2_6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1" name="Google Shape;81;g3917a7c6069_2_6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7a7c6069_2_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4" name="Google Shape;84;g3917a7c6069_2_73"/>
          <p:cNvSpPr txBox="1"/>
          <p:nvPr>
            <p:ph idx="1" type="body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5" name="Google Shape;85;g3917a7c6069_2_7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6" name="Google Shape;86;g3917a7c6069_2_7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7" name="Google Shape;87;g3917a7c6069_2_7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7a7c6069_2_79"/>
          <p:cNvSpPr txBox="1"/>
          <p:nvPr>
            <p:ph type="title"/>
          </p:nvPr>
        </p:nvSpPr>
        <p:spPr>
          <a:xfrm rot="5400000">
            <a:off x="7133431" y="1956593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0" name="Google Shape;90;g3917a7c6069_2_79"/>
          <p:cNvSpPr txBox="1"/>
          <p:nvPr>
            <p:ph idx="1" type="body"/>
          </p:nvPr>
        </p:nvSpPr>
        <p:spPr>
          <a:xfrm rot="5400000">
            <a:off x="1799431" y="-596107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1" name="Google Shape;91;g3917a7c6069_2_79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2" name="Google Shape;92;g3917a7c6069_2_7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3" name="Google Shape;93;g3917a7c6069_2_7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01" name="Google Shape;10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03" name="Google Shape;10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7" name="Google Shape;117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2" name="Google Shape;142;p1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4" name="Google Shape;144;p1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6" name="Google Shape;156;p2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17a7c6069_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917a7c6069_2_0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917a7c6069_2_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917a7c6069_2_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917a7c6069_2_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17a7c6069_2_85"/>
          <p:cNvSpPr txBox="1"/>
          <p:nvPr/>
        </p:nvSpPr>
        <p:spPr>
          <a:xfrm>
            <a:off x="1897595" y="2836467"/>
            <a:ext cx="41984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es-CO" sz="55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GEST PAN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917a7c6069_2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1433" y="1129133"/>
            <a:ext cx="4820767" cy="459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17a7c6069_2_92"/>
          <p:cNvSpPr txBox="1"/>
          <p:nvPr/>
        </p:nvSpPr>
        <p:spPr>
          <a:xfrm>
            <a:off x="3573519" y="2228671"/>
            <a:ext cx="504497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CO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Integrantes</a:t>
            </a:r>
            <a:endParaRPr b="0" i="0" sz="72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92" name="Google Shape;192;g3917a7c6069_2_92"/>
          <p:cNvCxnSpPr/>
          <p:nvPr/>
        </p:nvCxnSpPr>
        <p:spPr>
          <a:xfrm>
            <a:off x="5227899" y="3321933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g3917a7c6069_2_92"/>
          <p:cNvSpPr txBox="1"/>
          <p:nvPr/>
        </p:nvSpPr>
        <p:spPr>
          <a:xfrm>
            <a:off x="3962445" y="3429000"/>
            <a:ext cx="4267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N° 5: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Yerik Nicolas Hurtado Barbosa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Andrea Viviana Florian Higuera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 David Forero Sanchez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17a7c6069_2_99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917a7c6069_2_99"/>
          <p:cNvSpPr txBox="1"/>
          <p:nvPr/>
        </p:nvSpPr>
        <p:spPr>
          <a:xfrm>
            <a:off x="850575" y="1636800"/>
            <a:ext cx="110223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O" sz="3200">
                <a:latin typeface="Times New Roman"/>
                <a:ea typeface="Times New Roman"/>
                <a:cs typeface="Times New Roman"/>
                <a:sym typeface="Times New Roman"/>
              </a:rPr>
              <a:t>La panadería WYK gestiona actualmente su inventario, producción, ventas y pedidos de forma manual en papel, lo que genera desorden, pérdida de información y falta de control sobre las entradas y movimientos de los productos. Esto dificulta el seguimiento real del inventario y provoca inconsistencias entre lo producido, lo disponible y lo vendido, afectando la eficiencia y la atención al cliente. Por ello, se propone desarrollar un sistema web que permita organizar y controlar estos procesos de manera ágil y eficiente.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7a7c6069_2_104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Justificación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917a7c6069_2_104"/>
          <p:cNvSpPr txBox="1"/>
          <p:nvPr/>
        </p:nvSpPr>
        <p:spPr>
          <a:xfrm>
            <a:off x="585400" y="2131950"/>
            <a:ext cx="110211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400">
                <a:solidFill>
                  <a:schemeClr val="dk1"/>
                </a:solidFill>
              </a:rPr>
              <a:t>La panadería WYK presenta desorganización, pérdidas de productos y falta de control en el inventario debido a que todo se gestiona en papel, lo que afecta el buen funcionamiento del negocio y la toma de decisiones.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400">
                <a:solidFill>
                  <a:schemeClr val="dk1"/>
                </a:solidFill>
              </a:rPr>
              <a:t>Para solucionar este problema, se desarrollará un sistema web que permita llevar el inventario de forma digital, facilitando el registro de entradas y salidas de productos, el control del stock en tiempo real y el seguimiento de los movimientos. Con esto, se busca mejorar la eficiencia, reducir errores y modernizar la gestión del negocio.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17a7c6069_2_109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917a7c6069_2_109"/>
          <p:cNvSpPr txBox="1"/>
          <p:nvPr/>
        </p:nvSpPr>
        <p:spPr>
          <a:xfrm>
            <a:off x="763975" y="1722375"/>
            <a:ext cx="10515600" cy="4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-CO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e implementar un software para la panadería WYK, enfocado en la gestión eficiente del inventario, que permita registrar entradas de productos, controlar los movimientos (ingresos, salidas y ajustes), integrar el proceso de producción y optimizar el registro de ventas a través de una plataforma web, garantizando una mejor organización, control y toma de decisiones.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7a7c6069_2_114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917a7c6069_2_114"/>
          <p:cNvSpPr txBox="1"/>
          <p:nvPr/>
        </p:nvSpPr>
        <p:spPr>
          <a:xfrm>
            <a:off x="505750" y="1116875"/>
            <a:ext cx="113172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Analizar los procesos actuales de compras de insumos, producción y ventas de la panadería WYK, con el fin de identificar necesidades y requerimientos del sistema.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la estructura del sistema de información, incluyendo los módulos de inventario, producción y ventas, para garantizar un control adecuado de los recursos.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módulo de inventario que permita registrar entradas y salidas de productos y materia prima, asegurando la actualización del stock en tiempo real.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 funcionalidades para el control y seguimiento de los movimientos del inventario, facilitando la trazabilidad de los productos.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17a7c6069_2_119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Funcionalidad de la Aplicación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917a7c6069_2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88" y="1605583"/>
            <a:ext cx="10819424" cy="4638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28" name="Google Shape;228;g3917a7c6069_2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0x0101009C160BF63992044A99946E4B9FF8A5D5</vt:lpwstr>
  </property>
  <property fmtid="{D5CDD505-2E9C-101B-9397-08002B2CF9AE}" pid="3" name="MSIP_Label_fc111285-cafa-4fc9-8a9a-bd902089b24f_Enabled">
    <vt:lpwstr>True</vt:lpwstr>
  </property>
  <property fmtid="{D5CDD505-2E9C-101B-9397-08002B2CF9AE}" pid="4" name="MSIP_Label_fc111285-cafa-4fc9-8a9a-bd902089b24f_SiteId">
    <vt:lpwstr>cbc2c381-2f2e-4d93-91d1-506c9316ace7</vt:lpwstr>
  </property>
  <property fmtid="{D5CDD505-2E9C-101B-9397-08002B2CF9AE}" pid="5" name="MSIP_Label_fc111285-cafa-4fc9-8a9a-bd902089b24f_SetDate">
    <vt:lpwstr>2025-04-30T16:24:56Z</vt:lpwstr>
  </property>
  <property fmtid="{D5CDD505-2E9C-101B-9397-08002B2CF9AE}" pid="6" name="MSIP_Label_fc111285-cafa-4fc9-8a9a-bd902089b24f_Name">
    <vt:lpwstr>Pública</vt:lpwstr>
  </property>
  <property fmtid="{D5CDD505-2E9C-101B-9397-08002B2CF9AE}" pid="7" name="MSIP_Label_fc111285-cafa-4fc9-8a9a-bd902089b24f_ActionId">
    <vt:lpwstr>aebfafac-6a07-4d3b-959c-6e8001febd49</vt:lpwstr>
  </property>
  <property fmtid="{D5CDD505-2E9C-101B-9397-08002B2CF9AE}" pid="8" name="MSIP_Label_fc111285-cafa-4fc9-8a9a-bd902089b24f_Removed">
    <vt:lpwstr>False</vt:lpwstr>
  </property>
  <property fmtid="{D5CDD505-2E9C-101B-9397-08002B2CF9AE}" pid="9" name="MSIP_Label_fc111285-cafa-4fc9-8a9a-bd902089b24f_Extended_MSFT_Method">
    <vt:lpwstr>Standard</vt:lpwstr>
  </property>
  <property fmtid="{D5CDD505-2E9C-101B-9397-08002B2CF9AE}" pid="10" name="Sensitivity">
    <vt:lpwstr>Pública</vt:lpwstr>
  </property>
</Properties>
</file>